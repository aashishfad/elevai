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731520"/>
            <a:ext cx="4114800" cy="41148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716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AI PLATFORM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Smart Interview &amp; Career Preparation Portal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career intelligence and recruitment portal bridging job seekers and hiring teams through multi-dimensional ATS resume intelligence, AI mock interviews, and automated recruitment pipelines.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47548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51E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⚛️ React 18 &amp; Tailwind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47548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51E32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Node.js &amp; Express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47548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PostgreSQL &amp; Prisma ORM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61120" y="47548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51E3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4754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Google Gemini 2.0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Career, Elevated."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Core Mission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Platform for Candidates &amp; Hiring Teams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Resume Intelligence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ATS compatibility (0–100 score), section structure, and rewires passive bullet points into quantifiable Google X-Y-Z achievements.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Job-Specific Fit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mathematical match scores (0–100%) against live job descriptions, highlighting keyword density, matching skills, and critical gaps.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🎙️ AI Mock Interview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dynamic Technical, HR, and Mixed interview sessions with automated feedback across technical depth, clarity, and ideal answers.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Skill Gap Roadmaps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existing competencies and builds structured role readiness assessments with prioritized learning action items.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Interactive Builder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section customization, ATS preview, and direct single-click compilation into the active user resume vault.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Recruiter Control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job lifecycle management (Draft $\to$ Publish $\to$ Close), candidate review dossiers, private notes, and real PostgreSQL analytics.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Critical Disconnect in Talent Acquisition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Candidate / Student Challenges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47548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Generic Static Resumes: Candidates submit identical resumes across diverse jobs, failing ATS keyword filters.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Ambiguous Skill Gaps: Job descriptions outline broad requirements; applicants don't know exact missing tools.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Cost-Prohibitive Mock Interviews: Personalized technical coaching is expensive and inaccessible to most students.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Disjointed Preparation: Switching between word processors, job boards, and tutorials causes fragmented career progress.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Recruiter &amp; Placement Pain Points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47548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Spreadsheet Filtering: Evaluating hundreds of unstructured resumes leads to severe review fatigue.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Opaque Candidate Match: Recruiters lack immediate skill match snapshots and quantitative compatibility metrics.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Disorganized Status Tracking: Candidate communications and stage updates get lost in fragmented email threads.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Real-Time Telemetry: Lack of integrated recruitment analytics to track 30-day volume and talent shortages.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Technical Objectives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Engineering Goals Accomplished in ElevAI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Automated Multi-Format 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PDF/DOCX resumes server-side up to 5MB, sanitize text buffers, and store securely in private cloud storage.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AI-Powered ATS &amp; Content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Google Gemini 2.0 to generate multi-dimensional scoring (0–100) and Google X-Y-Z bullet rewrites.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Job Compatibility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real-time role matching scores against live job postings with missing keyword identification.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Interactive Mock Interviewer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dynamic Q&amp;A interview engine evaluating technical depth, clarity, and reference responses in real time.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Full Recruitment Pipeline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admin job lifecycle (Draft/Publish/Close), candidate review dossiers, and 6-stage status history audit.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Zero-Downtime AI Resilience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local heuristic fallback engines ensuring 100% platform availability during external AI quota spikes.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at a Glance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Three-Tier Architecture &amp; Data Flow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291840" cy="4663440"/>
          </a:xfrm>
          <a:prstGeom prst="roundRect">
            <a:avLst>
              <a:gd name="adj" fmla="val 333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Presentation Tier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9260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⚛️ React 18 Single Page App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Tailwind CSS UI (Dark Theme)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🛣️ React Router DOM v7 (SPA)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Recharts Analytics Visuals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Axios HTTP Client with JWT Request &amp; Response Interceptors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Client Route Guards (ProtectedRoute &amp; AdminRoute)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Application &amp; API Tier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175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Node.js &amp; Express.js REST API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Middleware Pipeline (JWT Auth, requireAdmin RBAC, RFC 4122 UUID Validation)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Business Logic Services (Jobs, Resumes, Applications, Analytics)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Resilient Dual-Layer AI Engine (Gemini 2.0 + Heuristic Fallback)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Error Sanitization &amp; Security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4663440"/>
          </a:xfrm>
          <a:prstGeom prst="roundRect">
            <a:avLst>
              <a:gd name="adj" fmla="val 324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 &amp; Cloud Services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74520"/>
            <a:ext cx="30175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Supabase PostgreSQL (12 Relational Tables &amp; Enums)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Prisma ORM v6 Client &amp; Type-Safe Query Engine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Supabase Storage (Private 'resumes' Bucket &amp; 1h Signed URLs)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Google Gemini API (gemini-2.0-flash LLM Model)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Matrix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Open Source &amp; Cloud Technologies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React.js 18 (SPA Architecture)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v4 (Glassmorphic Theme)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 6 (High-Speed Bundler)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Router DOM v7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Recharts (Telemetry Visuals)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React Icons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Server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v20+ / v25 Runtime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Express.js v4.21 REST Server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Prisma ORM v6 Data Modeling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Multer (Multipart Memory Uploads)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PDF-Parse &amp; Mammoth (Extraction)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Bcrypt.js &amp; JWT Security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PostgreSQL 15+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12 Relational Tables &amp; Cascades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Relational Enums &amp; Unique Keys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Cloud Object Storage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Time-Limited Signed Downloads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Transaction &amp; Session Pooling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Intelligence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API (@google/genai)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 Model: gemini-2.0-flash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JSON Prompt Contracts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Heuristic Offline Engine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Zero-Downtime Rate Handling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Parameterized Prompt Security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Stateless Signed JWT (7-day)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10-Round Salted Bcrypt Hashing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Server-Side requireAdmin RBAC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RFC 4122 UUID Parameter Guards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IDOR Compound Scoping Filters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Production CORS Limits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CI/CD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Render Web Service (Backend)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Render Static Site (Frontend)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 Redirect Rewrite (/* /index.html)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Render YAML Blueprint Config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Parameterized .env Isolation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Secrets in Client Bundles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End-to-End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Progression from Onboarding to Application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Register &amp; Onboard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 with bcrypt security; establish target Career Goal &amp; experience level.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Upload / Build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PDF/DOCX or use Interactive Builder; text is parsed and stored in private vault.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AI ATS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instant 0–100 ATS Score, section ratings, skill categorization &amp; weaknesses.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X-Y-Z Improvement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bullet rewrites formatted with quantifiable impact metrics while preserving facts.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05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Skill Gap &amp; Roadmap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critical missing technologies and follow prioritized learning roadmaps.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38404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005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AI Mock Interview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43434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role-specific Q&amp;A rounds with instant grading on depth and clarity.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005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7: Job Optimization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3434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resume against target job description to get match score &amp; missing keywords.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61120" y="38404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4005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8: 1-Click Application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43434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application with score snapshot; track live status (SUBMITTED $\to$ SELECTED).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 Pipeline &amp; Fault Tolerance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Dual-Layer Architecture Guaranteeing 100% Availability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Primary AI Pipeline (Gemini 2.0)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47548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Request: Client submits resume/job payload.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Server-Side Context Injection: Express backend combines candidate Career Goal, target role, and extracted text.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Structured Prompt Engineering: Strictly enforces JSON response contracts with predefined schema schemas.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Gemini 2.0 API Execution: Dispatches request to gemini-2.0-flash model.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JSON Schema Validation: Validates score bounds (0–100), section arrays, and action items before DB persistence.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Resilient Offline Heuristic Fallback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47548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Problem: Upstream free-tier Google Gemini API accounts enforce rate limits (20 requests/day).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ElevAI Solution: When HTTP 429 or 503 is intercepted, the service automatically diverts to local heuristic calculation engines.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It Works: Scans text for 60+ technical competencies, computes keyword density, and generates structured feedback.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User Impact: Candidates receive complete, actionable reports without application crashes or 500 errors.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Intelligence &amp; Vault Lifecycle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Processing, Versioning &amp; Deletion Safety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Multi-Format 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PDF, DOCX, DOC, and TXT files up to 5MB. Multer handles in-memory file buffers securely.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Text Extraction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pdf-parse and mammoth extract clean text strings, stripping binary metadata and formatting artifacts.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Cloud Storage Vault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saved under user-scoped paths in private Supabase Storage. Downloads require 1-hour signed URLs.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Deletion Safety Guard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Resumes attached to active submitted applications are locked to preserve audit integrity for recruiters.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050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Interactive Resume Builder &amp; Direct Vault Export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Multi-Section Editing: Personal Info, Professional Summary, Categorized Skills, Work Experience, Education, Projects, and Custom Sections.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ATS Preview: Instant visual formatting ensuring clean typography and structural readability.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Vault Export: Compiles builder documents directly into a READY resume in the user's vault for one-click job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Marketplace &amp; Application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Requisition, Optimization &amp; Submission Flow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Admin Posts Job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Requisition created with title, required skills, preferred tech, salary band, and deadline.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Targeted Alert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notifies candidates whose career goals align with the new job opening.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analyzes resume against job description, getting match score &amp; missing keywords.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One-Click Apply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submitted with permanent snapshot of resume and match score (duplicate 409 protected).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050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Candidate Experience &amp; Application Protection Rules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Automatic Rejection: Candidates with lower match scores are never auto-rejected; recruiters review all applicants.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Deadline Enforcement: Submissions to expired or CLOSED requisitions are automatically rejected by backend validators.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Immutable Snapshot: If a candidate later edits their resume, the recruiter still sees the exact version submitted.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Recruitment Control Suite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Candidate Review, Dossiers &amp; Management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Overview Telemetry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counters for total users, published jobs, draft requisitions, pending reviews, and selected offers.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Job Requisitions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 suite: create draft jobs, publish requisitions, set salary ranges, and close expired listings.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Candidate Review Dossier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candidate profile, submitted cover letter, AI match score snapshot, and generate secure resume links.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Private Recruiter Notes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internal evaluation remarks attached to candidate applications (strictly hidden from user API).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Status Pipeline Manager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candidates through recruitment stages (SUBMITTED $\to$ SELECTED) with automated audit logging.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Recruitment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PostgreSQL engine: 30-day continuous application trends, skill demand ranking, and deadline radars.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Status Lifecycle &amp; Audit Trail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Candidate Progression with Immutable History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received with resume snapshot.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UNDER_REVIEW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opens candidate dossier.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meets key technical criteria.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scheduled for technical round.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extended to successful candidate.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755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archived with decision notice.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0050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Immutable Status History Audit Log (`ApplicationStatusHistory`)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34340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Traceability: Every status change creates an immutable event recording oldStatus, newStatus, changedById, and timestamp.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Candidate Notification Dispatch: Status changes trigger instant notification alerts routed to the applicant's dashboard.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Multi-Tenant Isolation: Candidates can only view public status transitions; internal recruiter notes are strictly withheld.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Entity-Relationship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Relational PostgreSQL Tables Modeled with Prisma 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(UUID, PK)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(Unique)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passwordHash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 (USER/ADMIN)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CareerGoal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(UUID, PK)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userId (FK, Unique)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targetRole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experienceLevel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(UUID, PK)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userId (FK)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storagePath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extractedText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(READY)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137160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15361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0" y="187452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(UUID, PK)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createdBy (FK)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title, description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requiredSkills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(PUBLISHED)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05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(UUID, PK)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jobId (FK)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userId (FK)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resumeId (FK)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matchScore, status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38404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005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StatusHistory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43434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(UUID, PK)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applicationId (FK)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oldStatus, newStatus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changedById (FK)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005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ApplicationNote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3434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(UUID, PK)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applicationId (FK)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adminId (FK)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note (Text)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61120" y="3840480"/>
            <a:ext cx="24688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40050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Analytics Records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0" y="4343400"/>
            <a:ext cx="21031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ResumeAnalysis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ResumeImprovement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JobOptimization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SkillGapAnalysis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Request &amp; API Execution Lifecycle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Defense, Validation &amp; Processing Pipeline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Inbound Request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dispatches HTTPS request with Bearer JWT header.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Security Headers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applies X-Frame-Options: DENY, nosniff, and CORS.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 Middleware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cryptographically signed JWT; attaches req.user.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UUID Validation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validateUUIDParams checks RFC 4122 regex; rejects SQLi.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Service &amp; AI Logic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Prisma queries or Gemini AI processing.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75520" y="1371600"/>
            <a:ext cx="1645920" cy="2194560"/>
          </a:xfrm>
          <a:prstGeom prst="roundRect">
            <a:avLst>
              <a:gd name="adj" fmla="val 6667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15361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Sanitized JSON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18745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formatted response; masks database errors.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00507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Real-World Example: Candidate Submits Job Application (`POST /api/applications`)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34340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JWT Authenticated $\to$ 2. Verify jobId &amp; resumeId UUIDs $\to$ 3. Ensure Job is PUBLISHED &amp; deadline active $\to$ 4. Confirm Resume ownership $\to$ 5. Check duplicate application (409 if exists) $\to$ 6. Store Application with matchScore $\to$ 7. Append SUBMITTED to status history $\to$ 8. Return HTTP 201 Created.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Multi-Layered Security &amp; RBAC Enforcement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Protections Shielding Application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Password 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10-round salted bcrypt hashing ensures raw passwords are never stored.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Server-Side RBAC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requireAdmin middleware validates JWT role, blocking unauthorized candidates.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IDOR Elimination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database query filters by authenticated userId, preventing cross-tenant access.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Parameter Hardening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4122 regex validation on all route IDs blocks SQL injection &amp; path traversal.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Private Cloud Storage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Storage bucket is private; downloads require 1-hour signed URLs.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Zero Client Secrets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keys (Gemini, Supabase Service Role) are never exposed to browser.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Notifications &amp; Real Analytics Engine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Database Telemetry Without Synthetic Numbers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Smart Notification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47548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Event-Driven Routing: Instant alerts dispatched when matching jobs are published or application statuses update.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Bell Badge Counter: Unread indicator automatically updates and decrements upon mark-as-read.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Multi-Tenant Isolation: User B is strictly blocked from reading, modifying, or deleting User A notifications.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Preference Controls: Candidates can toggle notification categories (Jobs, Resumes, Reminders).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Recruitment Analytics 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47548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Real Database Data: All metrics calculated from live PostgreSQL records without hardcoded numbers.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30-Day Continuous Trends: Daily time-series buckets ensure empty days reflect 0 submissions rather than gaps.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Recruitment Funnel: Real progression rates from SUBMITTED $\to$ UNDER_REVIEW $\to$ SHORTLISTED $\to$ SELECTED.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 Demand Radar: Aggregates top required skills across all active postings to identify talent trends.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 &amp; Product Experience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Glassmorphism with Fluid Responsiveness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🌌 Cyber Glassmorphism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slate palette (#0A0E17) with translucent cards, 1px subtle borders, and soft backdrop blurs.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Fully Responsive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layouts across mobile (320px), tablet, laptop, and ultra-wide 4K desktop screens.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Micro-Animations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7452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Recharts visual progressions, hover glow transitions, and responsive modal dialogues.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Contextual Toasts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feedback system with success, error, warning, and loading status states.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🎛️ Tabbed Workspaces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separation between Candidate tools, Resume vaults, Job feeds, and Admin control suites.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46720" y="38404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 Accessible Controls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343400"/>
            <a:ext cx="30175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HTML5 structure, ARIA accessibility attributes, and high-contrast readable typography.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Master Verification Status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 Rate Across Automated Full-Lifecycle Audits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Session 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(8/8 Checks)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Admin RBAC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(3/3 Checks)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Vault &amp; Deletion Locks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(7/7 Checks)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770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Fallback Fault-Tolerance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(4/4 Checks)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260604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770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Management &amp; Deadlines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(6/6 Checks)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260604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2770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Applications &amp;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3108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(6/6 Checks)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84048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Dossiers &amp; Status History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(9/9 Checks)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384048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Analytics Engine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(5/5 Checks)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84048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40050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Hardening &amp; UUID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(5/5 Checks)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507492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52395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Client Production Build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5577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(Clean in 14s)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507492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0" y="52395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Health &amp; Telemetry Endpoints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0" y="5577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PASS (HTTP 200)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46720" y="5074920"/>
            <a:ext cx="3383280" cy="1051560"/>
          </a:xfrm>
          <a:prstGeom prst="roundRect">
            <a:avLst>
              <a:gd name="adj" fmla="val 10435"/>
            </a:avLst>
          </a:prstGeom>
          <a:solidFill>
            <a:srgbClr val="151E3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52395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PLATFORM VERIFICATION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0" y="5577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54 / 54 PASS (100%)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 &amp; Future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Realities &amp; Strategic Product Roadmap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18288"/>
          </a:xfrm>
          <a:prstGeom prst="rect">
            <a:avLst/>
          </a:prstGeom>
          <a:solidFill>
            <a:srgbClr val="23324E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AI-Powered Smart Interview &amp; Career Preparation Portal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Functional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Current System 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47548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Upstream AI Rate Quotas: Google Gemini free-tier accounts enforce a 20 request/day quota. (Mitigated by ElevAI's built-in offline heuristic fallback engine).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Browser Web Speech Dependency: Voice input during mock interviews depends on browser Web Speech API support (Chrome/Edge recommended).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Single Requisition Attachments: Applications currently link one primary resume version per job submission.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120640" cy="4663440"/>
          </a:xfrm>
          <a:prstGeom prst="roundRect">
            <a:avLst>
              <a:gd name="adj" fmla="val 2353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Scope &amp; Strategic Roadmap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47548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Out-of-Band Email Alerts: Integration with SendGrid / AWS SES for automated email notifications on status updates.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Embedded WebRTC Video Interviews: Direct browser-to-browser video conferencing within the Admin Review Suite.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Bulk Recruiter Resume Parsing: Multi-resume batch uploads and automated talent matching for high-volume hiring.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Mobile Apps: Cross-platform React Native applications for iOS and Android devices.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Final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Production-Ready Career Intelligence &amp; Recruitment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560320"/>
            <a:ext cx="10332720" cy="2926080"/>
          </a:xfrm>
          <a:prstGeom prst="roundRect">
            <a:avLst>
              <a:gd name="adj" fmla="val 3750"/>
            </a:avLst>
          </a:prstGeom>
          <a:solidFill>
            <a:srgbClr val="151E32"/>
          </a:solidFill>
          <a:ln w="12700">
            <a:solidFill>
              <a:srgbClr val="233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7249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Engineering Achievements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3063240"/>
            <a:ext cx="9966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Complete Candidate Career Suite: Multi-format ATS analysis, X-Y-Z content rewrites, job fit optimization, and interactive mock interviews.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Full Recruiter Control: Job requisition management, candidate review dossiers, private recruiter notes, and real PostgreSQL analytics.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Robust Decoupled Architecture: React 18 SPA + Node/Express REST API + Supabase PostgreSQL + Google Gemini 2.0 AI.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Zero-Downtime Resilience: Built-in heuristic fallback engine ensuring 100% platform availability during AI quota spikes.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Multi-Layered Security: Strict server-side RBAC, IDOR compound filters, parameter hardening, and private cloud storage signed URLs.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ElevAI — "Your Career, Elevated."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ElevAI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ElevAI — AI-Powered Smart Interview &amp; Career Preparation Portal</dc:title>
  <dc:subject>ElevAI — Technical Project Presentation</dc:subject>
  <dc:creator>ElevAI Engineering Team</dc:creator>
  <cp:lastModifiedBy>ElevAI Engineering Team</cp:lastModifiedBy>
  <cp:revision>1</cp:revision>
  <dcterms:created xsi:type="dcterms:W3CDTF">2026-09-27T08:42:42Z</dcterms:created>
  <dcterms:modified xsi:type="dcterms:W3CDTF">2026-09-27T08:42:42Z</dcterms:modified>
</cp:coreProperties>
</file>